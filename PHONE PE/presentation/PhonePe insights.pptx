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73" y="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../PHONE%20P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5534" y="331857"/>
            <a:ext cx="89529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>
                <a:solidFill>
                  <a:srgbClr val="FFFFFF"/>
                </a:solidFill>
              </a:defRPr>
            </a:pPr>
            <a:r>
              <a:rPr lang="en-IN" dirty="0" err="1"/>
              <a:t>PhonePe</a:t>
            </a:r>
            <a:r>
              <a:rPr lang="en-IN" dirty="0"/>
              <a:t> Pulse Data Visualization Project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32285" y="5793475"/>
            <a:ext cx="433971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500078"/>
                </a:solidFill>
                <a:latin typeface="Segoe UI"/>
              </a:defRPr>
            </a:pPr>
            <a:r>
              <a:rPr lang="en-US" dirty="0"/>
              <a:t>Presentation</a:t>
            </a:r>
          </a:p>
          <a:p>
            <a:pPr>
              <a:defRPr>
                <a:solidFill>
                  <a:srgbClr val="500078"/>
                </a:solidFill>
                <a:latin typeface="Segoe UI"/>
              </a:defRPr>
            </a:pPr>
            <a:r>
              <a:rPr lang="en-US" dirty="0"/>
              <a:t>By: </a:t>
            </a:r>
            <a:r>
              <a:rPr lang="en-US" dirty="0" err="1"/>
              <a:t>Soham</a:t>
            </a:r>
            <a:r>
              <a:rPr lang="en-US" dirty="0"/>
              <a:t> Mukherjee</a:t>
            </a:r>
          </a:p>
          <a:p>
            <a:pPr>
              <a:defRPr>
                <a:solidFill>
                  <a:srgbClr val="500078"/>
                </a:solidFill>
                <a:latin typeface="Segoe UI"/>
              </a:defRPr>
            </a:pPr>
            <a:r>
              <a:rPr lang="en-US" dirty="0"/>
              <a:t>Interactive Tableau Dashboard &amp; Insights</a:t>
            </a:r>
          </a:p>
        </p:txBody>
      </p:sp>
      <p:sp>
        <p:nvSpPr>
          <p:cNvPr id="5" name="AutoShape 4" descr="Life at Labmentix: Culture, Salary, Reviews, Interviews &amp; mo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485" y="5956607"/>
            <a:ext cx="877515" cy="9013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41" y="2571287"/>
            <a:ext cx="7210332" cy="21856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89002" y="164812"/>
            <a:ext cx="176599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rPr lang="en-IN" dirty="0"/>
              <a:t>Objective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52735" y="3089853"/>
            <a:ext cx="8367675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500078"/>
                </a:solidFill>
                <a:latin typeface="Segoe UI"/>
              </a:defRPr>
            </a:pPr>
            <a:r>
              <a:rPr lang="en-US" dirty="0"/>
              <a:t>Visualize India’s digital payment landscape using </a:t>
            </a:r>
            <a:r>
              <a:rPr lang="en-US" dirty="0" err="1"/>
              <a:t>PhonePe</a:t>
            </a:r>
            <a:r>
              <a:rPr lang="en-US" dirty="0"/>
              <a:t> Pulse </a:t>
            </a:r>
            <a:r>
              <a:rPr lang="en-US" dirty="0" smtClean="0"/>
              <a:t>data.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500078"/>
                </a:solidFill>
                <a:latin typeface="Segoe UI"/>
              </a:defRPr>
            </a:pPr>
            <a:r>
              <a:rPr lang="en-US" dirty="0"/>
              <a:t>Analyze trends across states, districts, years, and </a:t>
            </a:r>
            <a:r>
              <a:rPr lang="en-US" dirty="0" smtClean="0"/>
              <a:t>quarters.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500078"/>
                </a:solidFill>
                <a:latin typeface="Segoe UI"/>
              </a:defRPr>
            </a:pPr>
            <a:r>
              <a:rPr lang="en-US" dirty="0"/>
              <a:t>Use Tableau to create interactive </a:t>
            </a:r>
            <a:r>
              <a:rPr lang="en-US" dirty="0" smtClean="0"/>
              <a:t>geo-visualizations.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500078"/>
                </a:solidFill>
                <a:latin typeface="Segoe UI"/>
              </a:defRPr>
            </a:pPr>
            <a:r>
              <a:rPr lang="en-US" dirty="0"/>
              <a:t>Provide business insights for digital payment </a:t>
            </a:r>
            <a:r>
              <a:rPr lang="en-US" dirty="0" smtClean="0"/>
              <a:t>growth.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500078"/>
                </a:solidFill>
                <a:latin typeface="Segoe UI"/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500078"/>
                </a:solidFill>
                <a:latin typeface="Segoe UI"/>
              </a:defRPr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  <a:defRPr sz="2000">
                <a:solidFill>
                  <a:srgbClr val="500078"/>
                </a:solidFill>
                <a:latin typeface="Segoe UI"/>
              </a:defRPr>
            </a:pPr>
            <a:endParaRPr lang="en-US" dirty="0"/>
          </a:p>
          <a:p>
            <a:pPr>
              <a:defRPr sz="2000">
                <a:solidFill>
                  <a:srgbClr val="500078"/>
                </a:solidFill>
                <a:latin typeface="Segoe UI"/>
              </a:defRPr>
            </a:pPr>
            <a:endParaRPr lang="en-I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485" y="5956607"/>
            <a:ext cx="877515" cy="9013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0125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rPr dirty="0"/>
              <a:t>KPI Summary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5766" y="6346209"/>
            <a:ext cx="498234" cy="51179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88" y="1280160"/>
            <a:ext cx="3483455" cy="207718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202" y="4345658"/>
            <a:ext cx="7981596" cy="678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417978" y="147753"/>
            <a:ext cx="398282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rPr lang="en-IN" dirty="0"/>
              <a:t>Visualizations Included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485" y="5956607"/>
            <a:ext cx="877515" cy="9013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57" y="1249048"/>
            <a:ext cx="3409975" cy="15621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54" y="2847276"/>
            <a:ext cx="8032615" cy="34868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92872" y="182880"/>
            <a:ext cx="27582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rPr lang="en-IN" dirty="0"/>
              <a:t>Dashboard Link</a:t>
            </a:r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485" y="5956607"/>
            <a:ext cx="877515" cy="90139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2499" y="2773784"/>
            <a:ext cx="805900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00078"/>
                </a:solidFill>
                <a:latin typeface="Segoe UI"/>
              </a:defRPr>
            </a:pPr>
            <a:r>
              <a:rPr lang="fr-FR" dirty="0"/>
              <a:t>Interactive Tableau Dashboard</a:t>
            </a:r>
            <a:r>
              <a:rPr lang="fr-FR" dirty="0" smtClean="0"/>
              <a:t>:</a:t>
            </a:r>
          </a:p>
          <a:p>
            <a:pPr>
              <a:defRPr sz="2000">
                <a:solidFill>
                  <a:srgbClr val="500078"/>
                </a:solidFill>
                <a:latin typeface="Segoe UI"/>
              </a:defRPr>
            </a:pPr>
            <a:r>
              <a:rPr lang="fr-FR" dirty="0" smtClean="0">
                <a:hlinkClick r:id="rId3" action="ppaction://hlinkfile"/>
              </a:rPr>
              <a:t>https://public.tableau.com/shared/D4Q4Y6B2J?:display_count=n&amp;:origin=viz_share_link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7767"/>
            <a:ext cx="9144000" cy="1005840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0" y="162765"/>
            <a:ext cx="15193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rPr lang="en-IN" dirty="0"/>
              <a:t>Insights</a:t>
            </a:r>
            <a:endParaRPr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485" y="5956607"/>
            <a:ext cx="877515" cy="9013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604" y="2582406"/>
            <a:ext cx="8297219" cy="25218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030A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43700" y="137160"/>
            <a:ext cx="24565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FFFFFF"/>
                </a:solidFill>
              </a:defRPr>
            </a:pPr>
            <a:r>
              <a:rPr dirty="0"/>
              <a:t>Conclusion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6485" y="5956607"/>
            <a:ext cx="877515" cy="9013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43" y="2628894"/>
            <a:ext cx="8100644" cy="263231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72</Words>
  <Application>Microsoft Office PowerPoint</Application>
  <PresentationFormat>On-screen Show (4:3)</PresentationFormat>
  <Paragraphs>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keywords/>
  <dc:description>generated using python-pptx</dc:description>
  <cp:lastModifiedBy>LENOVO</cp:lastModifiedBy>
  <cp:revision>11</cp:revision>
  <dcterms:created xsi:type="dcterms:W3CDTF">2013-01-27T09:14:16Z</dcterms:created>
  <dcterms:modified xsi:type="dcterms:W3CDTF">2025-11-23T12:11:14Z</dcterms:modified>
  <cp:category/>
</cp:coreProperties>
</file>